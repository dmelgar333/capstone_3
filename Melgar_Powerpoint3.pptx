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22" r:id="rId11"/>
    <p:sldId id="317" r:id="rId12"/>
    <p:sldId id="297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82" d="100"/>
          <a:sy n="82" d="100"/>
        </p:scale>
        <p:origin x="605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melgar333/Capstone_3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EmporiUM</a:t>
            </a:r>
            <a:r>
              <a:rPr lang="en-US" dirty="0"/>
              <a:t> East region </a:t>
            </a:r>
            <a:br>
              <a:rPr lang="en-US" dirty="0"/>
            </a:br>
            <a:r>
              <a:rPr lang="en-US" sz="2400" dirty="0"/>
              <a:t>Sales analysis</a:t>
            </a:r>
            <a:br>
              <a:rPr lang="en-US" sz="2400" dirty="0"/>
            </a:br>
            <a:br>
              <a:rPr lang="en-US" sz="2400" dirty="0"/>
            </a:br>
            <a:r>
              <a:rPr lang="en-US" sz="1600" dirty="0"/>
              <a:t>By: Demy Melgar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Overview:</a:t>
            </a:r>
          </a:p>
          <a:p>
            <a:r>
              <a:rPr lang="en-US" dirty="0"/>
              <a:t>Sales Trends Over Time</a:t>
            </a:r>
          </a:p>
          <a:p>
            <a:r>
              <a:rPr lang="en-US" dirty="0"/>
              <a:t>Sales by Category</a:t>
            </a:r>
          </a:p>
          <a:p>
            <a:r>
              <a:rPr lang="en-US" dirty="0"/>
              <a:t>State Breakdown</a:t>
            </a:r>
          </a:p>
          <a:p>
            <a:r>
              <a:rPr lang="en-US" dirty="0"/>
              <a:t>Top-Selling Books</a:t>
            </a:r>
          </a:p>
          <a:p>
            <a:r>
              <a:rPr lang="en-US" dirty="0"/>
              <a:t>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41" y="109182"/>
            <a:ext cx="5723586" cy="1405720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D206A-854B-96B7-1DED-8FA3021DE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31" y="1658202"/>
            <a:ext cx="8863171" cy="1580805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FFA0A2-28CC-EF90-9149-78EBB78F51D0}"/>
              </a:ext>
            </a:extLst>
          </p:cNvPr>
          <p:cNvSpPr txBox="1"/>
          <p:nvPr/>
        </p:nvSpPr>
        <p:spPr>
          <a:xfrm>
            <a:off x="1365867" y="3837431"/>
            <a:ext cx="8525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was asked to analyze the East Region, specifically the sale performance for the years 2022-2025. I built a Power BI report that shows key trends, top performing categories etc. This analysis will support ultimate business decisions. 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593379"/>
            <a:ext cx="9875463" cy="999746"/>
          </a:xfrm>
        </p:spPr>
        <p:txBody>
          <a:bodyPr anchor="b">
            <a:normAutofit/>
          </a:bodyPr>
          <a:lstStyle/>
          <a:p>
            <a:r>
              <a:rPr lang="en-US" dirty="0"/>
              <a:t>Sales trends over 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34C03E-4400-701B-5DB3-2CC00656B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64" y="2323774"/>
            <a:ext cx="5829147" cy="3920101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>
            <a:normAutofit/>
          </a:bodyPr>
          <a:lstStyle/>
          <a:p>
            <a:r>
              <a:rPr lang="en-US" dirty="0"/>
              <a:t>Online sales stayed consistently flat at $380,000 per month, during this time frame. </a:t>
            </a:r>
          </a:p>
          <a:p>
            <a:r>
              <a:rPr lang="en-US" dirty="0"/>
              <a:t>Store sales show growth in 2022, starting at $620k to up to $1.8M heading into 2025</a:t>
            </a:r>
          </a:p>
          <a:p>
            <a:r>
              <a:rPr lang="en-US" dirty="0"/>
              <a:t>In-store sales show clear growth trend 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F306724D-4CF6-E4C3-3EAE-6F3D03567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53994"/>
            <a:ext cx="7796464" cy="1222385"/>
          </a:xfrm>
        </p:spPr>
        <p:txBody>
          <a:bodyPr anchor="b">
            <a:normAutofit/>
          </a:bodyPr>
          <a:lstStyle/>
          <a:p>
            <a:r>
              <a:rPr lang="en-US" dirty="0"/>
              <a:t>Sales by category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00344-EF42-5FED-5FBB-87671FEE8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2699"/>
            <a:ext cx="5202596" cy="321260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27619" y="1931244"/>
            <a:ext cx="3284951" cy="372033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Key Takeaways: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Technology &amp; Accessories shows the most sales at $30M almost quadruple the other categories 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Stationery and General are the lowest performers (possible promotions to boost sales is an option)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41" y="255494"/>
            <a:ext cx="6583680" cy="721939"/>
          </a:xfrm>
        </p:spPr>
        <p:txBody>
          <a:bodyPr anchor="b">
            <a:normAutofit/>
          </a:bodyPr>
          <a:lstStyle/>
          <a:p>
            <a:r>
              <a:rPr lang="en-US" dirty="0"/>
              <a:t>STATE: NY VS. CT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0A6EFDD-681A-4B3B-838F-C50A2D3EF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5921" y="1395805"/>
            <a:ext cx="4481679" cy="3831836"/>
          </a:xfrm>
          <a:prstGeom prst="rect">
            <a:avLst/>
          </a:prstGeo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6E38A32-C480-F6D2-81D1-2465CC12D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E3346-C938-9935-49EE-7474B5181F07}"/>
              </a:ext>
            </a:extLst>
          </p:cNvPr>
          <p:cNvSpPr txBox="1"/>
          <p:nvPr/>
        </p:nvSpPr>
        <p:spPr>
          <a:xfrm>
            <a:off x="376519" y="2276755"/>
            <a:ext cx="5257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York shows 64.45% of regional sales = $4.17M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Connecticut shows 35.55% of regional sales= $2.3M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recommended to investigate why Connecticut is underperforming and see where there is room for improvement. 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0088" y="2164975"/>
            <a:ext cx="5723586" cy="605119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Top selling books: east region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F5C48A-8342-FC8E-F9F5-078D3C93A62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tretch/>
        </p:blipFill>
        <p:spPr>
          <a:xfrm>
            <a:off x="443346" y="1012008"/>
            <a:ext cx="3994184" cy="4752573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4E516-4ED8-4005-0CC8-360FAE57848D}"/>
              </a:ext>
            </a:extLst>
          </p:cNvPr>
          <p:cNvSpPr txBox="1"/>
          <p:nvPr/>
        </p:nvSpPr>
        <p:spPr>
          <a:xfrm>
            <a:off x="5030088" y="2918012"/>
            <a:ext cx="4853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Insight: The East region in terms of readers have a diverse interested in category. 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RECOMMENDATIONS: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7315200" cy="4143375"/>
          </a:xfrm>
        </p:spPr>
        <p:txBody>
          <a:bodyPr>
            <a:normAutofit/>
          </a:bodyPr>
          <a:lstStyle/>
          <a:p>
            <a:r>
              <a:rPr lang="en-US" dirty="0"/>
              <a:t>New York generates over 64% of the East Region in terms of revenue. Investment should be focused here. Also watch for growth potential in Connecticut. </a:t>
            </a:r>
          </a:p>
          <a:p>
            <a:r>
              <a:rPr lang="en-US" dirty="0"/>
              <a:t>There is a growth trend in stores in the East Region, shows promising pattern.</a:t>
            </a:r>
          </a:p>
          <a:p>
            <a:r>
              <a:rPr lang="en-US" dirty="0"/>
              <a:t>Technology &amp; Accessories has the most sales and overall revenue, making sure the focus stays here for maximum sales.</a:t>
            </a:r>
          </a:p>
          <a:p>
            <a:r>
              <a:rPr lang="en-US" dirty="0"/>
              <a:t>There is room for growth in Books &amp; Stationery and General, promotions and marketing could really help drive sales here and close the gap.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965" y="316685"/>
            <a:ext cx="6239436" cy="2727709"/>
          </a:xfrm>
        </p:spPr>
        <p:txBody>
          <a:bodyPr/>
          <a:lstStyle/>
          <a:p>
            <a:r>
              <a:rPr lang="en-US" sz="5400" dirty="0"/>
              <a:t>Thank </a:t>
            </a:r>
            <a:br>
              <a:rPr lang="en-US" sz="5400" dirty="0"/>
            </a:br>
            <a:r>
              <a:rPr lang="en-US" sz="5400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965" y="3813606"/>
            <a:ext cx="6239436" cy="2234642"/>
          </a:xfrm>
        </p:spPr>
        <p:txBody>
          <a:bodyPr/>
          <a:lstStyle/>
          <a:p>
            <a:r>
              <a:rPr lang="en-US" dirty="0"/>
              <a:t>Demy Melgar</a:t>
            </a:r>
          </a:p>
          <a:p>
            <a:endParaRPr lang="en-US" dirty="0"/>
          </a:p>
          <a:p>
            <a:r>
              <a:rPr lang="en-US" dirty="0"/>
              <a:t>Github repo: </a:t>
            </a:r>
            <a:r>
              <a:rPr lang="en-US" dirty="0">
                <a:hlinkClick r:id="rId3"/>
              </a:rPr>
              <a:t>https://github.com/dmelgar333/Capstone_3.git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385</TotalTime>
  <Words>346</Words>
  <Application>Microsoft Office PowerPoint</Application>
  <PresentationFormat>Widescreen</PresentationFormat>
  <Paragraphs>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Custom</vt:lpstr>
      <vt:lpstr>EmporiUM East region  Sales analysis  By: Demy Melgar</vt:lpstr>
      <vt:lpstr>agenda</vt:lpstr>
      <vt:lpstr>PROJECT OVERVIEW</vt:lpstr>
      <vt:lpstr>Sales trends over time</vt:lpstr>
      <vt:lpstr>Sales by category</vt:lpstr>
      <vt:lpstr>STATE: NY VS. CT</vt:lpstr>
      <vt:lpstr>Top selling books: east region   </vt:lpstr>
      <vt:lpstr>RECOMMENDATIONS: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demy melgar</dc:creator>
  <cp:lastModifiedBy>demy melgar</cp:lastModifiedBy>
  <cp:revision>5</cp:revision>
  <dcterms:created xsi:type="dcterms:W3CDTF">2026-06-24T23:23:00Z</dcterms:created>
  <dcterms:modified xsi:type="dcterms:W3CDTF">2026-06-25T18:14:34Z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